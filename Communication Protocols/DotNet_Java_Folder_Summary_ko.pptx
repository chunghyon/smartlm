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051560"/>
            <a:ext cx="10835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5087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82B49"/>
                </a:solidFill>
                <a:latin typeface="Arial"/>
              </a:rPr>
              <a:t>Communication Protocols/.NET
및 2.JAVA 폴더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880360"/>
            <a:ext cx="9235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86069"/>
                </a:solidFill>
                <a:latin typeface="Arial"/>
              </a:rPr>
              <a:t>기존 샘플의 구조와 활용 포인트를 정리하고
HTTP 기반 PC 연동 프로그램 구현 방향까지 연결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1. `.NET` 폴더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실제 내용은 `sample/DoNetDrive.Protocol.Fingerprint` 중심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핵심 구성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Visual Studio 솔루션 `DotNetDrive.Protocol.sln`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Windows Forms 기반 테스트 앱 프로젝트 3종(.NET Framework 4.8 / net5.0-windows / netstandard2.0)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화면/기능 범위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`FrmMain`, `frmDoor`, `frmPerson`, `frmSystem`, `frmRecord` 등 관리/테스트 폼 제공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사람 관리, 문 제어, 시스템 파라미터, 기록 조회 등 장치 기능을 UI에서 호출하는 구조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의존성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`DoNetDrive.*` DLL과 log4net, System.IO.Ports에 의존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2. `.NET` 샘플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HTTP 서버 샘플이 아니라 장치 제어용 데스크톱 테스트 툴에 가깝다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장점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PC에서 장치 기능을 즉시 시험할 수 있는 UI 예제가 이미 준비되어 있음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문/인원/기록 관련 메뉴가 나뉘어 있어 기능 추적이 쉽다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한계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현재 저장소에는 핵심 `DoNetDrive.Protocol.Fingerprint` 라이브러리 소스가 보이지 않고, DLL 참조 중심 구조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Linux 환경에서는 `.NETFramework 4.8` 타깃 때문에 솔루션 빌드가 바로 되지 않음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활용 포인트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장치 제어 시나리오 확인용 레퍼런스로 사용하고, HTTP 연동 서버는 별도 경량 프로젝트로 분리하는 편이 적합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3. `2.JAVA` 폴더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문서 + SDK Javadoc + JAR + 샘플 코드가 모두 포함된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1.Quick Start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ConnectorAllocator, INConnectorEvent, CommandDetail을 이용한 시작 절차 설명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2.SDK Documentation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Javadoc 형태의 전체 SDK 문서 제공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3.jar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`DoorAccessIO.jar`, `netty-all-4.1.15.Final.jar` 포함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4.Sample Code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`Local docking the device` : 로컬 장치 직접 제어 샘플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`Cloud-connected devices` : TCP/UDP 서버 및 Spring Boot 예제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4. Java 샘플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로컬 제어와 클라우드 연결 두 패턴을 모두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Quick Start 핵심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리스너 구현 → 커넥터 초기화 → CommandDetail 생성 → 명령 추가 순서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예시로 문 열기(OpenDoor) 명령 전송 흐름 제시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Local docking sample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장치 IP/SN/비밀번호를 코드에 넣고 즉시 명령 실행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Cloud-connected sample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TCP 서버로 장치가 붙으면 컨텍스트를 저장하고 REST에서 명령을 트리거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Spring Boot 예제는 `/command/openDoor` 같은 관리 API를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5. 폴더 비교와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두 폴더 모두 기존 SDK 사용 예제를 제공하지만 HTTP 연동 서버 샘플은 직접 보강이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공통점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둘 다 단말 제어나 이벤트 수신을 위한 SDK/샘플 역할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차이점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.NET은 WinForms 테스트 UI 중심, Java는 SDK 문서와 서버 샘플까지 상대적으로 풍부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HTTP 구현 관점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기존 샘플은 주로 TCP/UDP/SDK 제어용이므로, 단말의 HTTP Client 모드를 받는 PC 서버는 별도 구현이 적합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이번 저장소에는 이 목적에 맞춰 경량 ASP.NET Core 서버를 추가하는 방식이 가장 낮은 진입 비용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6. 이번 구현 연결점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1단계 최소 연동용 PC 프로그램과 폴더 자료의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새 PC 프로그램은 `.NET` 쪽에 별도 프로젝트로 추가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`FaceDeviceHttpPcServer` : Keepalive / UploadWorkSetting / DownloadWorkSetting / UploadIdentifyRecord 지원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왜 별도 프로젝트인가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기존 .NET/Java 샘플을 건드리지 않고 HTTP 연동 목적만 독립적으로 검증 가능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활용 흐름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단말은 HTTP 문서 규격으로 서버에 접속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586069"/>
                </a:solidFill>
                <a:latin typeface="Arial"/>
              </a:defRPr>
            </a:pPr>
            <a:r>
              <a:t>운영자는 `/admin/devices/*` 엔드포인트로 동기화 요청과 상태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